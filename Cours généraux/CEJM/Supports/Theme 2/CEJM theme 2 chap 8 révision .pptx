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6"/>
  </p:notesMasterIdLst>
  <p:sldIdLst>
    <p:sldId id="258" r:id="rId2"/>
    <p:sldId id="259" r:id="rId3"/>
    <p:sldId id="260" r:id="rId4"/>
    <p:sldId id="261" r:id="rId5"/>
  </p:sldIdLst>
  <p:sldSz cx="9144000" cy="6858000" type="screen4x3"/>
  <p:notesSz cx="6858000" cy="9144000"/>
  <p:defaultTextStyle>
    <a:defPPr>
      <a:defRPr lang="fr-F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>
      <p:cViewPr varScale="1">
        <p:scale>
          <a:sx n="68" d="100"/>
          <a:sy n="68" d="100"/>
        </p:scale>
        <p:origin x="1446" y="7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en-tête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fr-FR"/>
          </a:p>
        </p:txBody>
      </p:sp>
      <p:sp>
        <p:nvSpPr>
          <p:cNvPr id="3" name="Espace réservé de la date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F077F95-15A2-4716-BD60-6DB0CECD5C05}" type="datetimeFigureOut">
              <a:rPr lang="fr-FR" smtClean="0"/>
              <a:pPr/>
              <a:t>10/09/2021</a:t>
            </a:fld>
            <a:endParaRPr lang="fr-FR"/>
          </a:p>
        </p:txBody>
      </p:sp>
      <p:sp>
        <p:nvSpPr>
          <p:cNvPr id="4" name="Espace réservé de l'image des diapositives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fr-FR"/>
          </a:p>
        </p:txBody>
      </p:sp>
      <p:sp>
        <p:nvSpPr>
          <p:cNvPr id="5" name="Espace réservé des commentaires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fr-FR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AAFD880-6DE6-4019-8BBB-F0A6FCB2C61F}" type="slidenum">
              <a:rPr lang="fr-FR" smtClean="0"/>
              <a:pPr/>
              <a:t>‹N°›</a:t>
            </a:fld>
            <a:endParaRPr lang="fr-FR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fr-FR"/>
              <a:t>Cliquez pour modifier le style du titre</a:t>
            </a:r>
          </a:p>
        </p:txBody>
      </p:sp>
      <p:sp>
        <p:nvSpPr>
          <p:cNvPr id="3" name="Sous-titr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fr-FR"/>
              <a:t>Cliquez pour modifier le style des sous-titres du masque</a:t>
            </a: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C8145B-E703-4566-8BD1-9BB4F24696A8}" type="datetimeFigureOut">
              <a:rPr lang="fr-FR" smtClean="0"/>
              <a:pPr/>
              <a:t>10/09/2021</a:t>
            </a:fld>
            <a:endParaRPr lang="fr-FR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F57831-AF8F-4B50-830A-24C75763F0A4}" type="slidenum">
              <a:rPr lang="fr-FR" smtClean="0"/>
              <a:pPr/>
              <a:t>‹N°›</a:t>
            </a:fld>
            <a:endParaRPr lang="fr-FR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Cliquez pour modifier le style du titre</a:t>
            </a: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C8145B-E703-4566-8BD1-9BB4F24696A8}" type="datetimeFigureOut">
              <a:rPr lang="fr-FR" smtClean="0"/>
              <a:pPr/>
              <a:t>10/09/2021</a:t>
            </a:fld>
            <a:endParaRPr lang="fr-FR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F57831-AF8F-4B50-830A-24C75763F0A4}" type="slidenum">
              <a:rPr lang="fr-FR" smtClean="0"/>
              <a:pPr/>
              <a:t>‹N°›</a:t>
            </a:fld>
            <a:endParaRPr lang="fr-FR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Titre de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fr-FR"/>
              <a:t>Cliquez pour modifier le style du titre</a:t>
            </a:r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C8145B-E703-4566-8BD1-9BB4F24696A8}" type="datetimeFigureOut">
              <a:rPr lang="fr-FR" smtClean="0"/>
              <a:pPr/>
              <a:t>10/09/2021</a:t>
            </a:fld>
            <a:endParaRPr lang="fr-FR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F57831-AF8F-4B50-830A-24C75763F0A4}" type="slidenum">
              <a:rPr lang="fr-FR" smtClean="0"/>
              <a:pPr/>
              <a:t>‹N°›</a:t>
            </a:fld>
            <a:endParaRPr lang="fr-FR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Cliquez pour modifier le style du titre</a:t>
            </a:r>
          </a:p>
        </p:txBody>
      </p:sp>
      <p:sp>
        <p:nvSpPr>
          <p:cNvPr id="3" name="Espace réservé du contenu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C8145B-E703-4566-8BD1-9BB4F24696A8}" type="datetimeFigureOut">
              <a:rPr lang="fr-FR" smtClean="0"/>
              <a:pPr/>
              <a:t>10/09/2021</a:t>
            </a:fld>
            <a:endParaRPr lang="fr-FR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F57831-AF8F-4B50-830A-24C75763F0A4}" type="slidenum">
              <a:rPr lang="fr-FR" smtClean="0"/>
              <a:pPr/>
              <a:t>‹N°›</a:t>
            </a:fld>
            <a:endParaRPr lang="fr-FR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fr-FR"/>
              <a:t>Cliquez pour modifier le style du titre</a:t>
            </a:r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5" name="Espace réservé du texte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6" name="Espace réservé du contenu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7" name="Espace réservé de la date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C8145B-E703-4566-8BD1-9BB4F24696A8}" type="datetimeFigureOut">
              <a:rPr lang="fr-FR" smtClean="0"/>
              <a:pPr/>
              <a:t>10/09/2021</a:t>
            </a:fld>
            <a:endParaRPr lang="fr-FR"/>
          </a:p>
        </p:txBody>
      </p:sp>
      <p:sp>
        <p:nvSpPr>
          <p:cNvPr id="8" name="Espace réservé du pied de page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9" name="Espace réservé du numéro de diapositive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F57831-AF8F-4B50-830A-24C75763F0A4}" type="slidenum">
              <a:rPr lang="fr-FR" smtClean="0"/>
              <a:pPr/>
              <a:t>‹N°›</a:t>
            </a:fld>
            <a:endParaRPr lang="fr-FR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Cliquez pour modifier le style du titre</a:t>
            </a:r>
          </a:p>
        </p:txBody>
      </p:sp>
      <p:sp>
        <p:nvSpPr>
          <p:cNvPr id="3" name="Espace réservé de la date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C8145B-E703-4566-8BD1-9BB4F24696A8}" type="datetimeFigureOut">
              <a:rPr lang="fr-FR" smtClean="0"/>
              <a:pPr/>
              <a:t>10/09/2021</a:t>
            </a:fld>
            <a:endParaRPr lang="fr-FR"/>
          </a:p>
        </p:txBody>
      </p:sp>
      <p:sp>
        <p:nvSpPr>
          <p:cNvPr id="4" name="Espace réservé du pied de page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5" name="Espace réservé du numéro de diapositive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F57831-AF8F-4B50-830A-24C75763F0A4}" type="slidenum">
              <a:rPr lang="fr-FR" smtClean="0"/>
              <a:pPr/>
              <a:t>‹N°›</a:t>
            </a:fld>
            <a:endParaRPr lang="fr-FR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a date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C8145B-E703-4566-8BD1-9BB4F24696A8}" type="datetimeFigureOut">
              <a:rPr lang="fr-FR" smtClean="0"/>
              <a:pPr/>
              <a:t>10/09/2021</a:t>
            </a:fld>
            <a:endParaRPr lang="fr-FR"/>
          </a:p>
        </p:txBody>
      </p:sp>
      <p:sp>
        <p:nvSpPr>
          <p:cNvPr id="3" name="Espace réservé du pied de page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F57831-AF8F-4B50-830A-24C75763F0A4}" type="slidenum">
              <a:rPr lang="fr-FR" smtClean="0"/>
              <a:pPr/>
              <a:t>‹N°›</a:t>
            </a:fld>
            <a:endParaRPr lang="fr-FR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fr-FR"/>
              <a:t>Cliquez pour modifier le style du titre</a:t>
            </a: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C8145B-E703-4566-8BD1-9BB4F24696A8}" type="datetimeFigureOut">
              <a:rPr lang="fr-FR" smtClean="0"/>
              <a:pPr/>
              <a:t>10/09/2021</a:t>
            </a:fld>
            <a:endParaRPr lang="fr-FR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F57831-AF8F-4B50-830A-24C75763F0A4}" type="slidenum">
              <a:rPr lang="fr-FR" smtClean="0"/>
              <a:pPr/>
              <a:t>‹N°›</a:t>
            </a:fld>
            <a:endParaRPr lang="fr-FR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fr-FR"/>
              <a:t>Cliquez pour modifier le style du titre</a:t>
            </a:r>
          </a:p>
        </p:txBody>
      </p:sp>
      <p:sp>
        <p:nvSpPr>
          <p:cNvPr id="3" name="Espace réservé pour une image 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fr-FR"/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C8145B-E703-4566-8BD1-9BB4F24696A8}" type="datetimeFigureOut">
              <a:rPr lang="fr-FR" smtClean="0"/>
              <a:pPr/>
              <a:t>10/09/2021</a:t>
            </a:fld>
            <a:endParaRPr lang="fr-FR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F57831-AF8F-4B50-830A-24C75763F0A4}" type="slidenum">
              <a:rPr lang="fr-FR" smtClean="0"/>
              <a:pPr/>
              <a:t>‹N°›</a:t>
            </a:fld>
            <a:endParaRPr lang="fr-FR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Cliquez pour modifier le style du titre</a:t>
            </a:r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C8145B-E703-4566-8BD1-9BB4F24696A8}" type="datetimeFigureOut">
              <a:rPr lang="fr-FR" smtClean="0"/>
              <a:pPr/>
              <a:t>10/09/2021</a:t>
            </a:fld>
            <a:endParaRPr lang="fr-FR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F57831-AF8F-4B50-830A-24C75763F0A4}" type="slidenum">
              <a:rPr lang="fr-FR" smtClean="0"/>
              <a:pPr/>
              <a:t>‹N°›</a:t>
            </a:fld>
            <a:endParaRPr lang="fr-FR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vertical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fr-FR"/>
              <a:t>Cliquez pour modifier le style du titre</a:t>
            </a:r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C8145B-E703-4566-8BD1-9BB4F24696A8}" type="datetimeFigureOut">
              <a:rPr lang="fr-FR" smtClean="0"/>
              <a:pPr/>
              <a:t>10/09/2021</a:t>
            </a:fld>
            <a:endParaRPr lang="fr-FR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F57831-AF8F-4B50-830A-24C75763F0A4}" type="slidenum">
              <a:rPr lang="fr-FR" smtClean="0"/>
              <a:pPr/>
              <a:t>‹N°›</a:t>
            </a:fld>
            <a:endParaRPr lang="fr-FR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titr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fr-FR"/>
              <a:t>Cliquez pour modifier le style du titre</a:t>
            </a:r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4C8145B-E703-4566-8BD1-9BB4F24696A8}" type="datetimeFigureOut">
              <a:rPr lang="fr-FR" smtClean="0"/>
              <a:pPr/>
              <a:t>10/09/2021</a:t>
            </a:fld>
            <a:endParaRPr lang="fr-FR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fr-FR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BF57831-AF8F-4B50-830A-24C75763F0A4}" type="slidenum">
              <a:rPr lang="fr-FR" smtClean="0"/>
              <a:pPr/>
              <a:t>‹N°›</a:t>
            </a:fld>
            <a:endParaRPr lang="fr-FR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fr-F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C:\Users\Utilisateur\Documents\IMG_20191103_0001.jpg"/>
          <p:cNvPicPr>
            <a:picLocks noChangeAspect="1" noChangeArrowheads="1"/>
          </p:cNvPicPr>
          <p:nvPr/>
        </p:nvPicPr>
        <p:blipFill>
          <a:blip r:embed="rId2" cstate="print"/>
          <a:srcRect l="3715" t="4195" r="42594" b="68865"/>
          <a:stretch>
            <a:fillRect/>
          </a:stretch>
        </p:blipFill>
        <p:spPr bwMode="auto">
          <a:xfrm>
            <a:off x="35496" y="548680"/>
            <a:ext cx="8874986" cy="6120680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 descr="C:\Users\Utilisateur\Documents\IMG_20191103_0001.jpg"/>
          <p:cNvPicPr>
            <a:picLocks noChangeAspect="1" noChangeArrowheads="1"/>
          </p:cNvPicPr>
          <p:nvPr/>
        </p:nvPicPr>
        <p:blipFill>
          <a:blip r:embed="rId2" cstate="print"/>
          <a:srcRect l="3715" t="31135" r="42594" b="39232"/>
          <a:stretch>
            <a:fillRect/>
          </a:stretch>
        </p:blipFill>
        <p:spPr bwMode="auto">
          <a:xfrm>
            <a:off x="359625" y="548680"/>
            <a:ext cx="8316831" cy="6309320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0" name="Picture 2" descr="C:\Users\Utilisateur\Documents\IMG_20191103_0002.jpg"/>
          <p:cNvPicPr>
            <a:picLocks noChangeAspect="1" noChangeArrowheads="1"/>
          </p:cNvPicPr>
          <p:nvPr/>
        </p:nvPicPr>
        <p:blipFill>
          <a:blip r:embed="rId2" cstate="print"/>
          <a:srcRect l="6492" t="4195" r="39817" b="60784"/>
          <a:stretch>
            <a:fillRect/>
          </a:stretch>
        </p:blipFill>
        <p:spPr bwMode="auto">
          <a:xfrm>
            <a:off x="971600" y="84353"/>
            <a:ext cx="7344816" cy="6585007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 descr="C:\Users\Utilisateur\Documents\IMG_20191103_0002.jpg"/>
          <p:cNvPicPr>
            <a:picLocks noChangeAspect="1" noChangeArrowheads="1"/>
          </p:cNvPicPr>
          <p:nvPr/>
        </p:nvPicPr>
        <p:blipFill>
          <a:blip r:embed="rId2" cstate="print"/>
          <a:srcRect l="6492" t="38543" r="39817" b="39232"/>
          <a:stretch>
            <a:fillRect/>
          </a:stretch>
        </p:blipFill>
        <p:spPr bwMode="auto">
          <a:xfrm>
            <a:off x="107504" y="764704"/>
            <a:ext cx="8937596" cy="5085184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18</TotalTime>
  <Words>0</Words>
  <Application>Microsoft Office PowerPoint</Application>
  <PresentationFormat>Affichage à l'écran (4:3)</PresentationFormat>
  <Paragraphs>0</Paragraphs>
  <Slides>4</Slides>
  <Notes>0</Notes>
  <HiddenSlides>0</HiddenSlides>
  <MMClips>0</MMClips>
  <ScaleCrop>false</ScaleCrop>
  <HeadingPairs>
    <vt:vector size="6" baseType="variant">
      <vt:variant>
        <vt:lpstr>Polices utilisées</vt:lpstr>
      </vt:variant>
      <vt:variant>
        <vt:i4>2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4</vt:i4>
      </vt:variant>
    </vt:vector>
  </HeadingPairs>
  <TitlesOfParts>
    <vt:vector size="7" baseType="lpstr">
      <vt:lpstr>Arial</vt:lpstr>
      <vt:lpstr>Calibri</vt:lpstr>
      <vt:lpstr>Thème Office</vt:lpstr>
      <vt:lpstr>Présentation PowerPoint</vt:lpstr>
      <vt:lpstr>Présentation PowerPoint</vt:lpstr>
      <vt:lpstr>Présentation PowerPoint</vt:lpstr>
      <vt:lpstr>Présentation PowerPoint</vt:lpstr>
    </vt:vector>
  </TitlesOfParts>
  <Company>HP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BTS TERTAIRES TRONC COMMUN</dc:title>
  <dc:creator>HP</dc:creator>
  <cp:lastModifiedBy>Thierry GATINES</cp:lastModifiedBy>
  <cp:revision>3</cp:revision>
  <dcterms:created xsi:type="dcterms:W3CDTF">2019-11-03T04:52:33Z</dcterms:created>
  <dcterms:modified xsi:type="dcterms:W3CDTF">2021-09-10T04:14:27Z</dcterms:modified>
</cp:coreProperties>
</file>